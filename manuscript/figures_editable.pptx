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fig1 conceptual model</a:t>
            </a:r>
          </a:p>
        </p:txBody>
      </p:sp>
      <p:pic>
        <p:nvPicPr>
          <p:cNvPr id="3" name="Picture 2" descr="fig1_conceptual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fig2 resource vs output</a:t>
            </a:r>
          </a:p>
        </p:txBody>
      </p:sp>
      <p:pic>
        <p:nvPicPr>
          <p:cNvPr id="3" name="Picture 2" descr="fig2_resource_vs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fig3 field intensity</a:t>
            </a:r>
          </a:p>
        </p:txBody>
      </p:sp>
      <p:pic>
        <p:nvPicPr>
          <p:cNvPr id="3" name="Picture 2" descr="fig3_field_int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fig4 distributed lag</a:t>
            </a:r>
          </a:p>
        </p:txBody>
      </p:sp>
      <p:pic>
        <p:nvPicPr>
          <p:cNvPr id="3" name="Picture 2" descr="fig4_distributed_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0873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fig5 funnel composition</a:t>
            </a:r>
          </a:p>
        </p:txBody>
      </p:sp>
      <p:pic>
        <p:nvPicPr>
          <p:cNvPr id="3" name="Picture 2" descr="fig5_funnel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fig6 mobility</a:t>
            </a:r>
          </a:p>
        </p:txBody>
      </p:sp>
      <p:pic>
        <p:nvPicPr>
          <p:cNvPr id="3" name="Picture 2" descr="fig6_mo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7881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fig7 persistence</a:t>
            </a:r>
          </a:p>
        </p:txBody>
      </p:sp>
      <p:pic>
        <p:nvPicPr>
          <p:cNvPr id="3" name="Picture 2" descr="fig7_persist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